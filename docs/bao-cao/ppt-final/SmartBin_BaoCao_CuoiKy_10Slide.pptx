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d7f1b5c70d4fa9" /><Relationship Type="http://schemas.openxmlformats.org/officeDocument/2006/relationships/extended-properties" Target="/docProps/app.xml" Id="Rba9005ba77d24d5a" /><Relationship Type="http://schemas.openxmlformats.org/officeDocument/2006/relationships/officeDocument" Target="/ppt/presentation.xml" Id="R838c3813af70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ac964be724d21"/>
  </p:sldMasterIdLst>
  <p:notesMasterIdLst>
    <p:notesMasterId xmlns:r="http://schemas.openxmlformats.org/officeDocument/2006/relationships" r:id="Ra485d612d2cd4c5a"/>
  </p:notesMasterIdLst>
  <p:sldIdLst>
    <p:sldId xmlns:r="http://schemas.openxmlformats.org/officeDocument/2006/relationships" id="256" r:id="R4bf4bafc0a044561"/>
    <p:sldId xmlns:r="http://schemas.openxmlformats.org/officeDocument/2006/relationships" id="257" r:id="Rb3f85de4c1954132"/>
    <p:sldId xmlns:r="http://schemas.openxmlformats.org/officeDocument/2006/relationships" id="258" r:id="R463296a7272d4e28"/>
    <p:sldId xmlns:r="http://schemas.openxmlformats.org/officeDocument/2006/relationships" id="259" r:id="Rd30490e75686460c"/>
    <p:sldId xmlns:r="http://schemas.openxmlformats.org/officeDocument/2006/relationships" id="260" r:id="R9ddc3842bf144426"/>
    <p:sldId xmlns:r="http://schemas.openxmlformats.org/officeDocument/2006/relationships" id="261" r:id="R3690532e634e4ad5"/>
    <p:sldId xmlns:r="http://schemas.openxmlformats.org/officeDocument/2006/relationships" id="262" r:id="Rfe3db5cb09204c4e"/>
    <p:sldId xmlns:r="http://schemas.openxmlformats.org/officeDocument/2006/relationships" id="263" r:id="R84ef1f7c54a54312"/>
    <p:sldId xmlns:r="http://schemas.openxmlformats.org/officeDocument/2006/relationships" id="264" r:id="Rdb1fd24bee9e42c3"/>
    <p:sldId xmlns:r="http://schemas.openxmlformats.org/officeDocument/2006/relationships" id="265" r:id="R7734df899cb7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191830b5a4ca4" /><Relationship Type="http://schemas.openxmlformats.org/officeDocument/2006/relationships/slideMaster" Target="/ppt/slideMasters/slideMaster1.xml" Id="R5a2ac964be724d21" /><Relationship Type="http://schemas.openxmlformats.org/officeDocument/2006/relationships/notesMaster" Target="/ppt/notesMasters/notesMaster1.xml" Id="Ra485d612d2cd4c5a" /><Relationship Type="http://schemas.openxmlformats.org/officeDocument/2006/relationships/presProps" Target="/ppt/presProps.xml" Id="R920479ef99fe42da" /><Relationship Type="http://schemas.openxmlformats.org/officeDocument/2006/relationships/tableStyles" Target="/ppt/tableStyles.xml" Id="R3bae468b6fb345b2" /><Relationship Type="http://schemas.openxmlformats.org/officeDocument/2006/relationships/slide" Target="/ppt/slides/slide1.xml" Id="R4bf4bafc0a044561" /><Relationship Type="http://schemas.openxmlformats.org/officeDocument/2006/relationships/slide" Target="/ppt/slides/slide2.xml" Id="Rb3f85de4c1954132" /><Relationship Type="http://schemas.openxmlformats.org/officeDocument/2006/relationships/slide" Target="/ppt/slides/slide3.xml" Id="R463296a7272d4e28" /><Relationship Type="http://schemas.openxmlformats.org/officeDocument/2006/relationships/slide" Target="/ppt/slides/slide4.xml" Id="Rd30490e75686460c" /><Relationship Type="http://schemas.openxmlformats.org/officeDocument/2006/relationships/slide" Target="/ppt/slides/slide5.xml" Id="R9ddc3842bf144426" /><Relationship Type="http://schemas.openxmlformats.org/officeDocument/2006/relationships/slide" Target="/ppt/slides/slide6.xml" Id="R3690532e634e4ad5" /><Relationship Type="http://schemas.openxmlformats.org/officeDocument/2006/relationships/slide" Target="/ppt/slides/slide7.xml" Id="Rfe3db5cb09204c4e" /><Relationship Type="http://schemas.openxmlformats.org/officeDocument/2006/relationships/slide" Target="/ppt/slides/slide8.xml" Id="R84ef1f7c54a54312" /><Relationship Type="http://schemas.openxmlformats.org/officeDocument/2006/relationships/slide" Target="/ppt/slides/slide9.xml" Id="Rdb1fd24bee9e42c3" /><Relationship Type="http://schemas.openxmlformats.org/officeDocument/2006/relationships/slide" Target="/ppt/slides/slide10.xml" Id="R7734df899cb7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f04851a3c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62421697f41d0" /><Relationship Type="http://schemas.openxmlformats.org/officeDocument/2006/relationships/notesMaster" Target="/ppt/notesMasters/notesMaster1.xml" Id="R788c1324be904b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e5e54019547fe" /><Relationship Type="http://schemas.openxmlformats.org/officeDocument/2006/relationships/notesMaster" Target="/ppt/notesMasters/notesMaster1.xml" Id="Rbaf5695b93c5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0cb2284744d21" /><Relationship Type="http://schemas.openxmlformats.org/officeDocument/2006/relationships/notesMaster" Target="/ppt/notesMasters/notesMaster1.xml" Id="R14abbc6981df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4359d8e824561" /><Relationship Type="http://schemas.openxmlformats.org/officeDocument/2006/relationships/notesMaster" Target="/ppt/notesMasters/notesMaster1.xml" Id="R59ae9d2122174f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b4ea7fb44442d" /><Relationship Type="http://schemas.openxmlformats.org/officeDocument/2006/relationships/notesMaster" Target="/ppt/notesMasters/notesMaster1.xml" Id="Rd7dba4faa1f0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59cebc7454a4d" /><Relationship Type="http://schemas.openxmlformats.org/officeDocument/2006/relationships/notesMaster" Target="/ppt/notesMasters/notesMaster1.xml" Id="R37046e9035214e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55553d2a5e494c" /><Relationship Type="http://schemas.openxmlformats.org/officeDocument/2006/relationships/notesMaster" Target="/ppt/notesMasters/notesMaster1.xml" Id="R7f4eb0250d1b40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c6ba1dbdda42d9" /><Relationship Type="http://schemas.openxmlformats.org/officeDocument/2006/relationships/notesMaster" Target="/ppt/notesMasters/notesMaster1.xml" Id="R264f5517366e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90bc2f32ec47f2" /><Relationship Type="http://schemas.openxmlformats.org/officeDocument/2006/relationships/notesMaster" Target="/ppt/notesMasters/notesMaster1.xml" Id="R9afe67b4dfb9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512d3638e4424c" /><Relationship Type="http://schemas.openxmlformats.org/officeDocument/2006/relationships/notesMaster" Target="/ppt/notesMasters/notesMaster1.xml" Id="Refba54886b0e46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1fef019a543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166d5b98b47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e4ff9499f4e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93ef4106144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63df721cb43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eb550ac6b45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2CE8FE-B74C-483D-BA79-4BDA53381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D31113-7862-45FF-94BF-CD558F6302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5EE94-03F6-4D55-8F6B-D06AE226E1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AC17BA-E670-4DA7-92F0-D6D4A0431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A5C55D-6588-45AB-BCC7-649A20DA2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8CE9D7-1D8D-4D88-9A26-D6E6DD1B9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355D03-67F5-471F-9986-E24C59DEF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E17E3B-BB38-4908-BE61-D7C64E8EF8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0D9250-30F0-4B4D-908F-074DBEEA5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69FD07-ACB6-4A40-9DA5-06BB34E44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a176d87044cdc" /><Relationship Type="http://schemas.openxmlformats.org/officeDocument/2006/relationships/slideLayout" Target="/ppt/slideLayouts/slideLayout1.xml" Id="R6b553211593945db" /><Relationship Type="http://schemas.openxmlformats.org/officeDocument/2006/relationships/slideLayout" Target="/ppt/slideLayouts/slideLayout2.xml" Id="Radd072ed9f654364" /><Relationship Type="http://schemas.openxmlformats.org/officeDocument/2006/relationships/slideLayout" Target="/ppt/slideLayouts/slideLayout3.xml" Id="Rdc49694ec60a4353" /><Relationship Type="http://schemas.openxmlformats.org/officeDocument/2006/relationships/slideLayout" Target="/ppt/slideLayouts/slideLayout4.xml" Id="R39c9961c5a4e41af" /><Relationship Type="http://schemas.openxmlformats.org/officeDocument/2006/relationships/slideLayout" Target="/ppt/slideLayouts/slideLayout5.xml" Id="R4cd4148663444e78" /><Relationship Type="http://schemas.openxmlformats.org/officeDocument/2006/relationships/slideLayout" Target="/ppt/slideLayouts/slideLayout6.xml" Id="R44365450460a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553211593945db"/>
    <p:sldLayoutId xmlns:r="http://schemas.openxmlformats.org/officeDocument/2006/relationships" id="2147483650" r:id="Radd072ed9f654364"/>
    <p:sldLayoutId xmlns:r="http://schemas.openxmlformats.org/officeDocument/2006/relationships" id="2147483651" r:id="Rdc49694ec60a4353"/>
    <p:sldLayoutId xmlns:r="http://schemas.openxmlformats.org/officeDocument/2006/relationships" id="2147483652" r:id="R39c9961c5a4e41af"/>
    <p:sldLayoutId xmlns:r="http://schemas.openxmlformats.org/officeDocument/2006/relationships" id="2147483653" r:id="R4cd4148663444e78"/>
    <p:sldLayoutId xmlns:r="http://schemas.openxmlformats.org/officeDocument/2006/relationships" id="2147483654" r:id="R44365450460a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37dd2ea2b4bc7" /><Relationship Type="http://schemas.openxmlformats.org/officeDocument/2006/relationships/image" Target="/ppt/media/image.png" Id="Rf1c80bde5f4744da" /><Relationship Type="http://schemas.openxmlformats.org/officeDocument/2006/relationships/notesSlide" Target="/ppt/notesSlides/notesSlide1.xml" Id="Raba924f0f2a7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51d2ee42843e5" /><Relationship Type="http://schemas.openxmlformats.org/officeDocument/2006/relationships/image" Target="/ppt/media/image2.png" Id="Rd0d2d1243e7a41e5" /><Relationship Type="http://schemas.openxmlformats.org/officeDocument/2006/relationships/image" Target="/ppt/media/image.jpeg" Id="Refab881955814ed7" /><Relationship Type="http://schemas.openxmlformats.org/officeDocument/2006/relationships/notesSlide" Target="/ppt/notesSlides/notesSlide2.xml" Id="R6b518bea8982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5a2fe67d34bc3" /><Relationship Type="http://schemas.openxmlformats.org/officeDocument/2006/relationships/image" Target="/ppt/media/image3.png" Id="R52d781126ab24cba" /><Relationship Type="http://schemas.openxmlformats.org/officeDocument/2006/relationships/image" Target="/ppt/media/image4.png" Id="R6bb5575905404b07" /><Relationship Type="http://schemas.openxmlformats.org/officeDocument/2006/relationships/notesSlide" Target="/ppt/notesSlides/notesSlide3.xml" Id="R64e4343a328d4d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91543a2b94a54" /><Relationship Type="http://schemas.openxmlformats.org/officeDocument/2006/relationships/image" Target="/ppt/media/image5.png" Id="R35cc299c13814fa2" /><Relationship Type="http://schemas.openxmlformats.org/officeDocument/2006/relationships/image" Target="/ppt/media/image6.png" Id="Ra5571c4649d849f9" /><Relationship Type="http://schemas.openxmlformats.org/officeDocument/2006/relationships/image" Target="/ppt/media/image7.png" Id="R7483c347358f4099" /><Relationship Type="http://schemas.openxmlformats.org/officeDocument/2006/relationships/image" Target="/ppt/media/image8.png" Id="R317bc31d5b9b443d" /><Relationship Type="http://schemas.openxmlformats.org/officeDocument/2006/relationships/image" Target="/ppt/media/image9.png" Id="R35d8ab02bede4e1e" /><Relationship Type="http://schemas.openxmlformats.org/officeDocument/2006/relationships/notesSlide" Target="/ppt/notesSlides/notesSlide4.xml" Id="Ra16bb95ed706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65c5a18a245ea" /><Relationship Type="http://schemas.openxmlformats.org/officeDocument/2006/relationships/image" Target="/ppt/media/image10.png" Id="Re1b3f276fd404ca2" /><Relationship Type="http://schemas.openxmlformats.org/officeDocument/2006/relationships/image" Target="/ppt/media/image11.png" Id="R18b7192d1a7d4fb8" /><Relationship Type="http://schemas.openxmlformats.org/officeDocument/2006/relationships/notesSlide" Target="/ppt/notesSlides/notesSlide5.xml" Id="R024051132953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1c4279a904f41" /><Relationship Type="http://schemas.openxmlformats.org/officeDocument/2006/relationships/image" Target="/ppt/media/image12.png" Id="Ra1f9e72e3bc04f69" /><Relationship Type="http://schemas.openxmlformats.org/officeDocument/2006/relationships/chart" Target="/ppt/slides/charts/chart1.xml" Id="Rbb4fd57d935b4122" /><Relationship Type="http://schemas.openxmlformats.org/officeDocument/2006/relationships/notesSlide" Target="/ppt/notesSlides/notesSlide6.xml" Id="Rdaa03c3cc381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af1c0caf646d4" /><Relationship Type="http://schemas.openxmlformats.org/officeDocument/2006/relationships/image" Target="/ppt/media/image13.png" Id="R91d4178aae294da5" /><Relationship Type="http://schemas.openxmlformats.org/officeDocument/2006/relationships/image" Target="/ppt/media/image14.png" Id="R0c2be5573c4e46ec" /><Relationship Type="http://schemas.openxmlformats.org/officeDocument/2006/relationships/notesSlide" Target="/ppt/notesSlides/notesSlide7.xml" Id="R668ed9eff9ec4a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059f7db5840ee" /><Relationship Type="http://schemas.openxmlformats.org/officeDocument/2006/relationships/image" Target="/ppt/media/image15.png" Id="R46fae688d9e546fd" /><Relationship Type="http://schemas.openxmlformats.org/officeDocument/2006/relationships/image" Target="/ppt/media/image16.png" Id="Rb4ee86c3027c4249" /><Relationship Type="http://schemas.openxmlformats.org/officeDocument/2006/relationships/image" Target="/ppt/media/image17.png" Id="R3086a8bacfeb4c30" /><Relationship Type="http://schemas.openxmlformats.org/officeDocument/2006/relationships/image" Target="/ppt/media/image18.png" Id="Rbfa90193ce934545" /><Relationship Type="http://schemas.openxmlformats.org/officeDocument/2006/relationships/notesSlide" Target="/ppt/notesSlides/notesSlide8.xml" Id="R56f85aee7c4a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b3fbfb3214adb" /><Relationship Type="http://schemas.openxmlformats.org/officeDocument/2006/relationships/image" Target="/ppt/media/image19.png" Id="R30ef305179674812" /><Relationship Type="http://schemas.openxmlformats.org/officeDocument/2006/relationships/image" Target="/ppt/media/image20.png" Id="R41cf6127e6294545" /><Relationship Type="http://schemas.openxmlformats.org/officeDocument/2006/relationships/image" Target="/ppt/media/image21.png" Id="R2de3a6e955944ee6" /><Relationship Type="http://schemas.openxmlformats.org/officeDocument/2006/relationships/notesSlide" Target="/ppt/notesSlides/notesSlide9.xml" Id="Rf2308a1dd8e54e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8e59e11634aa9" /><Relationship Type="http://schemas.openxmlformats.org/officeDocument/2006/relationships/image" Target="/ppt/media/image22.png" Id="R94c039bec15b485e" /><Relationship Type="http://schemas.openxmlformats.org/officeDocument/2006/relationships/hyperlink" Target="https://www.youtube.com/watch?v=mfrva-ueWmg" TargetMode="External" Id="Rc7d285a7ace74390" /><Relationship Type="http://schemas.openxmlformats.org/officeDocument/2006/relationships/image" Target="/ppt/media/image23.png" Id="R11d7d5ace8534ba3" /><Relationship Type="http://schemas.openxmlformats.org/officeDocument/2006/relationships/notesSlide" Target="/ppt/notesSlides/notesSlide10.xml" Id="Rdc24f813ea98468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352A0"/>
            </a:solidFill>
          </c:spPr>
          <c:invertIfNegative val="0"/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0'%'</c:formatCode>
              <c:ptCount val="3"/>
              <c:pt idx="0">
                <c:v>93.16</c:v>
              </c:pt>
              <c:pt idx="1">
                <c:v>91.92</c:v>
              </c:pt>
              <c:pt idx="2">
                <c:v>92.91</c:v>
              </c:pt>
            </c:numLit>
          </c:val>
        </c:ser>
        <c:ser>
          <c:idx val="1"/>
          <c:order val="1"/>
          <c:tx>
            <c:v>Balanced accuracy</c:v>
          </c:tx>
          <c:spPr>
            <a:solidFill xmlns:a="http://schemas.openxmlformats.org/drawingml/2006/main">
              <a:srgbClr val="0BAA6E"/>
            </a:solidFill>
          </c:spPr>
          <c:invertIfNegative val="0"/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0'%'</c:formatCode>
              <c:ptCount val="3"/>
              <c:pt idx="0">
                <c:v>94.63</c:v>
              </c:pt>
              <c:pt idx="1">
                <c:v>93.71</c:v>
              </c:pt>
              <c:pt idx="2">
                <c:v>93.86</c:v>
              </c:pt>
            </c:numLit>
          </c:val>
        </c:ser>
        <c:dLbls>
          <c:numFmt formatCode="0.00'%'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364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A"/>
              </a:solidFill>
              <a:prstDash val="solid"/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64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F2E26-A589-47A8-BA55-F1E88A48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0B06A-D0A5-44C3-A3E3-5FFB8164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EA209-6206-4DCA-B596-0066BA480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80bde5f4744da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1F607-7FD7-4444-B213-CEA18B4F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15CC-DA68-44F6-BEDC-8F9A916D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ED017-7270-4EFD-BDEF-0E73B43C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E3270-A774-44B1-9A79-4CBB05B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BÁO CÁO CUỐI KỲ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DB45C-9AAB-4968-910C-5800059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8953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QUẢN LÝ HỆ THỐNG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THÙNG RÁC THÔNG MINH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A3843-8959-4428-87B9-D9BA263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5762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55093-35F3-4726-B41F-FD41ADC7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Môn: Phát triển ứng dụng di động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D5AE-A30B-405F-8AA0-32CEF46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Nhóm thực hiện: Võ Ngọc Mến, Đỗ Xuân Thanh, Lê Thành Nhân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6C777-A31E-470A-BC21-DDE916A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149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Giảng viên hướng dẫn: Huỳnh Hoàng Hà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D091C-1FFC-46AF-BD73-C7D5F30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19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TP. Hồ Chí Minh, 12/10/2026</a:t>
            </a:r>
          </a:p>
        </p:txBody>
      </p:sp>
    </p:spTree>
    <p:extLst>
      <p:ext uri="{BB962C8B-B14F-4D97-AF65-F5344CB8AC3E}">
        <p14:creationId xmlns:p14="http://schemas.microsoft.com/office/powerpoint/2010/main" val="146780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818D3-9B54-43B4-B932-704F4B79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FEBD6-E5C8-408F-9C33-A272C45A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A0078-8FAF-402F-986F-CC04BAB93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2d1243e7a41e5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7331D-00CA-4EAB-B850-B8FD6A61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15CA3-ED5C-4844-A0F6-9C35BE70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BC45C-4074-4303-8A02-8735AAE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9EA3-6380-45BB-85FC-63BFE186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006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Phân loại tại nguồn: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người dùng dễ nhầm giữa hữu cơ, vô cơ và tái chế.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Thu gom cố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nhân viên có thể đến khi thùng chưa đầy hoặc bỏ sót thùng cần xử lý.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Kết nối không ổn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vẫn phải ghi nhận lượt bỏ rác khi mất mạng.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5A72F-00B6-4441-81A3-5938A5C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A3093-21DD-44A5-8FF5-78B0DE4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Một ứng dụng Android kết nối người dân, nhân viên thu gom, quản lý và thùng rác ESP32 trên cùng dữ liệu thời gian thực.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EF2D-F051-48F6-8DE9-6ECB3B3800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b881955814ed7"/>
          <a:stretch xmlns:a="http://schemas.openxmlformats.org/drawingml/2006/main"/>
        </p:blipFill>
        <p:spPr>
          <a:xfrm xmlns:a="http://schemas.openxmlformats.org/drawingml/2006/main">
            <a:off x="6019800" y="1619250"/>
            <a:ext cx="5572125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3B65A-E383-403D-9E57-99B5FCE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67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Demo thật: ứng dụng nhận diện, kết nối BLE và điều khiển ba servo</a:t>
            </a:r>
          </a:p>
        </p:txBody>
      </p:sp>
    </p:spTree>
    <p:extLst>
      <p:ext uri="{BB962C8B-B14F-4D97-AF65-F5344CB8AC3E}">
        <p14:creationId xmlns:p14="http://schemas.microsoft.com/office/powerpoint/2010/main" val="1910004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A929C-E7DC-4AFC-BC43-1EFEAFF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D7E4-5118-4C02-9A7B-F91F3EBD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C359A-B3EA-45D6-B06D-01EF121D9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781126ab24cba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DA535-2534-49B1-914E-0047252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FA916-FFA2-4F02-A2CD-6378EF6C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Kiến trúc tổng thể của SmartBin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8027D-85BD-4546-AB6B-F9E542A5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91F46-20C6-40F7-B069-E5A5408A12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575905404b07"/>
          <a:stretch xmlns:a="http://schemas.openxmlformats.org/drawingml/2006/main"/>
        </p:blipFill>
        <p:spPr>
          <a:xfrm xmlns:a="http://schemas.openxmlformats.org/drawingml/2006/main">
            <a:off x="523875" y="1600200"/>
            <a:ext cx="7762875" cy="4333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3D5FC-46DD-4858-BE60-7E238CC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24B00-8A98-4C26-8EAD-AF4B6E3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di động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FE23C-A09F-4C30-B723-5674790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React Native và Expo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SQLite, BLE, camera, TFLite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B2382-A504-484A-9EFF-45CF58CA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Máy chủ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7A10-27C4-4A23-A52D-4041E4B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956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24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Supabase PostgreSQL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Auth, Realtime, Storage, pg_cron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AAED2-23E3-4268-A6A4-48FE03C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Thiết bị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801FC-7E3A-4AD9-A20C-0152B91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244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08"/>
          </a:bodyPr>
          <a:lstStyle xmlns:a="http://schemas.openxmlformats.org/drawingml/2006/main"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và ba servo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chạy trên điện thoại</a:t>
            </a:r>
          </a:p>
        </p:txBody>
      </p:sp>
    </p:spTree>
    <p:extLst>
      <p:ext uri="{BB962C8B-B14F-4D97-AF65-F5344CB8AC3E}">
        <p14:creationId xmlns:p14="http://schemas.microsoft.com/office/powerpoint/2010/main" val="948691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7CF32-2BC5-4D02-9AE3-8D3F7B7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049BF-522C-4A22-B099-66382B1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BEAD-67A2-46AC-B6CB-DB6041A23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c299c13814fa2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5CC0C-5DF8-4B3D-8615-5BCF247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CEFB3-2A1F-421C-96A2-1FEADAF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Bốn vai trò sử dụng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A8ED7-3C55-4AB2-8E17-D7D274F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D5C03-ECE9-49F2-9602-C3E1627C2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71c4649d849f9"/>
          <a:stretch xmlns:a="http://schemas.openxmlformats.org/drawingml/2006/main"/>
        </p:blipFill>
        <p:spPr>
          <a:xfrm xmlns:a="http://schemas.openxmlformats.org/drawingml/2006/main">
            <a:off x="552450" y="1600200"/>
            <a:ext cx="2333625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87EED-E40D-4167-920F-1FB8592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Hộ gia đình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D3DA5-65A0-41C9-ABB5-9C2E335E5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3c347358f4099"/>
          <a:stretch xmlns:a="http://schemas.openxmlformats.org/drawingml/2006/main"/>
        </p:blipFill>
        <p:spPr>
          <a:xfrm xmlns:a="http://schemas.openxmlformats.org/drawingml/2006/main">
            <a:off x="3476625" y="1600200"/>
            <a:ext cx="2333625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0A8B4-DC7F-41F4-9270-27EE8B7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Kiosk cộng đồng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E0AC0-7199-4379-9BC8-91A8CF4EC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bc31d5b9b443d"/>
          <a:stretch xmlns:a="http://schemas.openxmlformats.org/drawingml/2006/main"/>
        </p:blipFill>
        <p:spPr>
          <a:xfrm xmlns:a="http://schemas.openxmlformats.org/drawingml/2006/main">
            <a:off x="6400800" y="1600200"/>
            <a:ext cx="2333625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7DC3-C92C-4173-AED8-02C38FE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Nhân viên thu gom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CAAEE-45F5-4C72-933B-DD83E4300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8ab02bede4e1e"/>
          <a:stretch xmlns:a="http://schemas.openxmlformats.org/drawingml/2006/main"/>
        </p:blipFill>
        <p:spPr>
          <a:xfrm xmlns:a="http://schemas.openxmlformats.org/drawingml/2006/main">
            <a:off x="9324975" y="1600200"/>
            <a:ext cx="2333625" cy="40481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36A34-4F63-4952-A7E0-FFD70BD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95950"/>
            <a:ext cx="2409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quản lý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8D6A9-C089-4E0A-B11C-19D4ABF7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Tích điểm, lịch sử và thống kê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E7A0A-8175-40FD-BCA4-574FC0D5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Bỏ rác không cần tài khoản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FE03B-9B3B-4B88-8AE6-5C276A4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Nhận việc, lộ trình, nghiệm thu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083AF-D4E5-4FD3-86E5-54DAFF0F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019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Bản đồ, điều phối, tự động hóa</a:t>
            </a:r>
          </a:p>
        </p:txBody>
      </p:sp>
    </p:spTree>
    <p:extLst>
      <p:ext uri="{BB962C8B-B14F-4D97-AF65-F5344CB8AC3E}">
        <p14:creationId xmlns:p14="http://schemas.microsoft.com/office/powerpoint/2010/main" val="872479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FA6DC-6262-41BD-8E8B-503D9CE7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CF45-C0CF-4D44-BAE4-83E5DFE5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0409C-A582-45E4-ABA6-6EA85E4791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3f276fd404ca2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0566B-2EA2-4BE2-8CEC-184EB92C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D225-F995-4248-97E2-AFD66DE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Phân loại rác và điều khiển thùng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B0641-D14E-40AA-A494-6E006984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E5184-0844-40B6-BD2E-62C39FD91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192d1a7d4fb8"/>
          <a:stretch xmlns:a="http://schemas.openxmlformats.org/drawingml/2006/main"/>
        </p:blipFill>
        <p:spPr>
          <a:xfrm xmlns:a="http://schemas.openxmlformats.org/drawingml/2006/main">
            <a:off x="666750" y="1571625"/>
            <a:ext cx="2857500" cy="4476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8CE8A-EF4A-4FBD-9147-3168D2A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Camera AI trên trang chủ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50874-E172-4D59-A67D-8D53DBD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381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1B039-5E75-431A-94AE-473814FB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00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C738B-607C-4D0C-B22D-AF03B55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D68CC-18C3-4D32-9AA8-42791BA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0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Chọn cách phân loại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C66B4-9648-4028-8780-245875C0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764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dùng chọn tay, tra cứu ảnh hoặc bật camera nhận diện trực tiếp.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31CC8-A27C-4332-9F99-F8F8DC3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574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3A1DD-1EE0-4FEC-8331-F020F222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FADF3-13BF-4624-8141-E943A91E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574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Nhận diện trên thiết bị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3285F-9120-4133-9E16-ED06580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trả về loại rác và độ tin cậy, không gửi ảnh lên máy chủ.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E627C-B965-485C-91B0-8C27E5C0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190B5-04D3-43AD-8691-729B0E2B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8AF29-E235-45F3-9369-C44A8A3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Gửi lệnh qua Bluetooth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082E8-26F6-43E6-9FEF-F8AA126F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Ứng dụng dùng BinController gửi lệnh mở ngăn tương ứng tới ESP32.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44F4B-434C-4293-95FA-ABDCFA6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752E6-DB89-41EF-A52A-A5490E84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5CF9B-3CA5-43AD-B9E9-11F359A4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Điều khiển cơ cấu chấp hành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02486-55C8-47E1-801C-AF0A6C1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481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mở đúng servo, giữ 2 giây rồi đóng nắp và trả trạng thái.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EA8A8-5BBE-4F7E-B7E8-0B5ABEA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32370A-D05A-49AE-865D-2104BCA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05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5B0ED-1CF2-425D-A5F6-05A422E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29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nhận và đồng bộ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EDA49-29B6-4B09-A2AC-9A7B2DE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054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 lưu local_id, sau đó hàng đợi gửi sự kiện lên Supabase.</a:t>
            </a:r>
          </a:p>
        </p:txBody>
      </p:sp>
    </p:spTree>
    <p:extLst>
      <p:ext uri="{BB962C8B-B14F-4D97-AF65-F5344CB8AC3E}">
        <p14:creationId xmlns:p14="http://schemas.microsoft.com/office/powerpoint/2010/main" val="2063408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8BF29-6D97-472A-BF4C-95644F3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B8DFB-45D0-468C-9F1C-A82A5A19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87CC2-B82D-4A34-906D-FA4A67ADB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9e72e3bc04f69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2A45D-6D82-4065-8AD8-EA4919F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F77C8-D32D-42C8-9593-04B8BF9A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MobileCLIP-S0 trong ứng dụng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ED7E4-B6F9-4369-8D99-F2874C14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AD49C-5713-4CDB-A08A-3AA12C2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93,16%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764B8-AA34-4B00-AA29-401119AA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chính xác trên 2.749 ảnh thử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4FFD3-5DB3-4D0B-8999-4ABA5A6E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1A515-FBC8-4295-BFC8-C7120CC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94,63%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2572-2912-4CAE-AEDE-3B84818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28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Balanced accuracy của TFLite FP32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E560A-E009-48BF-97C4-E8BD59C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7540C-514D-4038-BDAD-61B3EBDE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~490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3786D-7AA4-43C7-856D-994BE7B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trễ GPU trên điện thoại TECNO CM6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FE288995-1B7E-40FC-9D66-2EAA915AE557}"/>
              </a:ext>
            </a:extLst>
          </p:cNvPr>
          <p:cNvGraphicFramePr/>
          <p:nvPr/>
        </p:nvGraphicFramePr>
        <p:xfrm>
          <a:off xmlns:a="http://schemas.openxmlformats.org/drawingml/2006/main" x="619125" y="2781300"/>
          <a:ext xmlns:a="http://schemas.openxmlformats.org/drawingml/2006/main" cx="7239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4fd57d935b4122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F9296-AC92-4789-A7AD-9E44B6EA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Cách hoạt động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1D41A-9573-4B53-8C32-7DA5D9FA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mã hóa ảnh MobileCLIP-S0 tạo vector 512 chiều.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so khớp với 180 câu mô tả đã mã hóa trước.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Bốn nhóm: hữu cơ, vô cơ, tái chế và không có rác.</a:t>
            </a:r>
          </a:p>
          <a:p xmlns:a="http://schemas.openxmlformats.org/drawingml/2006/main">
            <a:pPr marL="20" indent="-10" algn="l">
              <a:lnSpc>
                <a:spcPct val="113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Cần hai khung liên tiếp đạt ngưỡng 0,8 trước khi mở nắp.</a:t>
            </a:r>
          </a:p>
        </p:txBody>
      </p:sp>
    </p:spTree>
    <p:extLst>
      <p:ext uri="{BB962C8B-B14F-4D97-AF65-F5344CB8AC3E}">
        <p14:creationId xmlns:p14="http://schemas.microsoft.com/office/powerpoint/2010/main" val="1214126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21BF9-D54A-4CC8-AF60-E4652FB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BF948-9416-4058-BE8E-3E74D194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6BE6B-EBBE-44C2-8770-40832D4C3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4178aae294da5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94101-AB4A-4BE1-B0E4-F544F180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03FA-12F2-45DC-86AC-07EC79E0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 trước và đồng bộ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6D2BE-C19F-4D8B-962D-CC03857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8FA91-BA59-44FF-A7FC-AC5B47B93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e5573c4e46ec"/>
          <a:stretch xmlns:a="http://schemas.openxmlformats.org/drawingml/2006/main"/>
        </p:blipFill>
        <p:spPr>
          <a:xfrm xmlns:a="http://schemas.openxmlformats.org/drawingml/2006/main">
            <a:off x="685800" y="1619250"/>
            <a:ext cx="2667000" cy="42672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B6EB1-0750-45CC-862B-D3EDB79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Thống kê cập nhật sau đồng bộ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04297-EF22-4818-A989-77724A70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38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F9217-9A98-4DC6-AF91-AB597857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1F7F7-C1D3-4BE7-8D9D-F03BB10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383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8536A-3B33-4A96-9D64-81896DA1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SQLite lưu sự kiện với local_id duy nhất và trạng thái synced = 0. Người dùng vẫn bỏ rác khi mất mạng.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CAD92-3975-41DA-8878-671FCEA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671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A956E-7DA5-40CF-9750-2263C8D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81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F2F6C-B4B1-4DCC-B996-24B40E93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09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Xếp hàng và thử lại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33A78-5332-4946-BEA4-C96B922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3857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máy đồng bộ lấy tối đa 50 tác vụ mỗi lượt. Lỗi mạng giữ nguyên hàng đợi, lỗi máy chủ tăng số lần thử.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D70A2-4314-4B58-AF5F-21161F0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14875"/>
            <a:ext cx="671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385CA-E355-40E2-8226-87A3248A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5DF6B-B915-4554-9A32-21F4831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815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Xác nhận trên máy chủ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46E24-0E2A-4B94-9D7B-56120D9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10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Supabase nhận sự kiện, cộng điểm, cập nhật mức đầy và phát thông báo Realtime.</a:t>
            </a:r>
          </a:p>
        </p:txBody>
      </p:sp>
    </p:spTree>
    <p:extLst>
      <p:ext uri="{BB962C8B-B14F-4D97-AF65-F5344CB8AC3E}">
        <p14:creationId xmlns:p14="http://schemas.microsoft.com/office/powerpoint/2010/main" val="1174768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F9DE8-CE35-4135-B2B7-7602356C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CC024-DBFF-45C5-8FDF-6B10345D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6156A-3532-49CA-A1A4-75FB120BA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ae688d9e546fd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C378F-AF72-42AC-82AE-3396B964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9E1F-C051-4260-9240-3E1D5BBF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Thu gom, điều phối và tự động hóa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68FAB-123A-492C-B9C0-2BCF70C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D45F0-A5A2-4650-878F-4FC92731D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e86c3027c4249"/>
          <a:stretch xmlns:a="http://schemas.openxmlformats.org/drawingml/2006/main"/>
        </p:blipFill>
        <p:spPr>
          <a:xfrm xmlns:a="http://schemas.openxmlformats.org/drawingml/2006/main">
            <a:off x="666750" y="160020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23161-ABD8-42CF-808F-69034A51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Điều phối nhân viên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82153-3A64-4529-B9B0-5AE86AC96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6a8bacfeb4c30"/>
          <a:stretch xmlns:a="http://schemas.openxmlformats.org/drawingml/2006/main"/>
        </p:blipFill>
        <p:spPr>
          <a:xfrm xmlns:a="http://schemas.openxmlformats.org/drawingml/2006/main">
            <a:off x="4667250" y="160020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AEF78-E5FC-4407-AEAB-378123A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Quy tắc tự động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A13F3-5AE1-4CC1-B328-07338A2F1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90193ce934545"/>
          <a:stretch xmlns:a="http://schemas.openxmlformats.org/drawingml/2006/main"/>
        </p:blipFill>
        <p:spPr>
          <a:xfrm xmlns:a="http://schemas.openxmlformats.org/drawingml/2006/main">
            <a:off x="8667750" y="160020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67250-3F38-4577-A2A1-9BD9EE7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43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Lộ trình thu gom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6F47B-D940-449C-90E3-16F8890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Giao việc theo ca trực và tải công việc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4431B-3631-48AF-8C68-0E1102A6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Tự tạo việc ở 60%, nâng khẩn ở 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11A11-641D-4030-990E-160589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972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38"/>
          </a:bodyPr>
          <a:lstStyle xmlns:a="http://schemas.openxmlformats.org/drawingml/2006/main"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Tối ưu điểm ghé, mở Google Maps chỉ đường</a:t>
            </a:r>
          </a:p>
        </p:txBody>
      </p:sp>
    </p:spTree>
    <p:extLst>
      <p:ext uri="{BB962C8B-B14F-4D97-AF65-F5344CB8AC3E}">
        <p14:creationId xmlns:p14="http://schemas.microsoft.com/office/powerpoint/2010/main" val="1015750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5DF42-AEFB-428E-A02E-D64BC94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DB468-A485-4E59-AC36-D8796264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53A90-3F4C-4CB9-A263-5DC4E00E0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305179674812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1A05E-4410-4786-B06A-6C7BA20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B241-9EC7-48CE-A0E3-FC0B7BC3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quả kiểm thử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1D4DA-47D0-4F34-8510-1889E8F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23A6C-9E12-41B2-89D2-258EB3A586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f6127e6294545"/>
          <a:stretch xmlns:a="http://schemas.openxmlformats.org/drawingml/2006/main"/>
        </p:blipFill>
        <p:spPr>
          <a:xfrm xmlns:a="http://schemas.openxmlformats.org/drawingml/2006/main">
            <a:off x="552450" y="1619250"/>
            <a:ext cx="2476500" cy="4000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2F5DF-8218-4330-BC10-647C1B4A0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3a6e955944ee6"/>
          <a:stretch xmlns:a="http://schemas.openxmlformats.org/drawingml/2006/main"/>
        </p:blipFill>
        <p:spPr>
          <a:xfrm xmlns:a="http://schemas.openxmlformats.org/drawingml/2006/main">
            <a:off x="3048000" y="1619250"/>
            <a:ext cx="2476500" cy="4000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FDC67-1716-47AA-A6E4-2FF8817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381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F0416-F2B5-409A-AE4A-A0112111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44/44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73550-05B8-4D5A-8FEF-5AF8BBAF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máy chủ đạt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5A093-683F-4835-B9F8-F51903A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668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25/25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39D63-BFAF-446D-89CF-D62B1C9E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logic ứng dụng đạt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D9222-7591-4851-B1B9-111BFB9D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10791-7670-4DF5-A076-38CA51F6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Vai trò đã kiểm thử trên bản cài thật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AF5FB-2930-46A7-8FEB-898B8E4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95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73A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3471C-919A-4B15-A8F8-B4FD250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Servo điều khiển tuần tự qua 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15B1A-EA3A-4102-80C3-58518955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Các lỗi đã sửa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42E3C-A1C6-4DD4-B42E-C2FABE7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Mở nắp lặp, lịch sử thiếu dữ liệu, bản đồ trống, màn cảm ơn bị kẹt và lỗi font trên TECNO.</a:t>
            </a:r>
          </a:p>
        </p:txBody>
      </p:sp>
    </p:spTree>
    <p:extLst>
      <p:ext uri="{BB962C8B-B14F-4D97-AF65-F5344CB8AC3E}">
        <p14:creationId xmlns:p14="http://schemas.microsoft.com/office/powerpoint/2010/main" val="385205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D7ECA-5BD4-44DF-B038-CFC02173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64256-0629-4BFD-8EBA-026013F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53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7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1CABE-EA5F-46A6-8FB4-9FDB88BC0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039bec15b485e"/>
          <a:srcRect xmlns:a="http://schemas.openxmlformats.org/drawingml/2006/main" l="0" t="0" r="0" b="20000"/>
          <a:stretch xmlns:a="http://schemas.openxmlformats.org/drawingml/2006/main"/>
        </p:blipFill>
        <p:spPr>
          <a:xfrm xmlns:a="http://schemas.openxmlformats.org/drawingml/2006/main">
            <a:off x="190500" y="66675"/>
            <a:ext cx="514350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E3E89-3BE9-4766-BABF-82602D32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 xmlns:a="http://schemas.openxmlformats.org/drawingml/2006/main"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33DDB-ECB6-44CA-8E75-0DA1CFA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luận và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109E4-3852-4E52-B621-31651F9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A1CDA-223F-41D7-B2C5-0AA8F5B8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 đã hoàn thành các mục tiêu chính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6037F-4D70-4B45-80E6-AB8E4FB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600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Android phục vụ bốn vai trò trên dữ liệu thật.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MobileCLIP-S0 chạy trên thiết bị và đạt độ chính xác 93,16%.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Kiến trúc local-first duy trì nghiệp vụ khi mất mạng.</a:t>
            </a:r>
          </a:p>
          <a:p xmlns:a="http://schemas.openxmlformats.org/drawingml/2006/main">
            <a:pPr marL="22" indent="-12" algn="l">
              <a:lnSpc>
                <a:spcPct val="118000"/>
              </a:lnSpc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ESP32 điều khiển ba ngăn rác qua Bluetooth Low Energy.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35E7D-369E-41CD-B205-47B812F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VIDEO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DB36B-90F0-4F63-8687-0AF2EBB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u="sng">
                <a:solidFill>
                  <a:srgbClr val="24364B"/>
                </a:solidFill>
                <a:latin typeface="Arial"/>
                <a:ea typeface="Arial"/>
                <a:cs typeface="Arial"/>
                <a:hlinkClick xmlns:r="http://schemas.openxmlformats.org/officeDocument/2006/relationships" r:id="Rc7d285a7ace74390"/>
              </a:rPr>
              <a:t>youtube.com/watch?v=mfrva-ueWmg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69A09-A728-4582-BCD9-07BCE0C07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7d5ace8534ba3"/>
          <a:stretch xmlns:a="http://schemas.openxmlformats.org/drawingml/2006/main"/>
        </p:blipFill>
        <p:spPr>
          <a:xfrm xmlns:a="http://schemas.openxmlformats.org/drawingml/2006/main">
            <a:off x="7524750" y="1581150"/>
            <a:ext cx="3333750" cy="4476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76FCC-1B31-4B99-A8AB-91D968A2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05525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Nghiệm thu công việc từ ứng dụng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795B2-9D9D-43BB-8403-277327EF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Xin cảm ơn</a:t>
            </a:r>
          </a:p>
        </p:txBody>
      </p:sp>
    </p:spTree>
    <p:extLst>
      <p:ext uri="{BB962C8B-B14F-4D97-AF65-F5344CB8AC3E}">
        <p14:creationId xmlns:p14="http://schemas.microsoft.com/office/powerpoint/2010/main" val="1965994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2026-10-12T06:49:11.8150000Z</dcterms:created>
  <dcterms:modified xsi:type="dcterms:W3CDTF">2026-10-12T06:49:11.8150000Z</dcterms:modified>
</coreProperties>
</file>